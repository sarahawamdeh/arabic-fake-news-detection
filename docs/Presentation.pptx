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6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6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3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3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7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9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3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3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710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1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1FCB6-7ECD-41CE-A155-4D05068F1CFF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506E2-2BE9-4EE0-A1B9-AD4043652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7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70" y="230660"/>
            <a:ext cx="11272030" cy="6351372"/>
          </a:xfrm>
        </p:spPr>
      </p:pic>
      <p:sp>
        <p:nvSpPr>
          <p:cNvPr id="5" name="TextBox 4"/>
          <p:cNvSpPr txBox="1"/>
          <p:nvPr/>
        </p:nvSpPr>
        <p:spPr>
          <a:xfrm>
            <a:off x="651190" y="4225656"/>
            <a:ext cx="10572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This project aims to build an intelligent system capable of distinguishing between real and fake Arabic news content to combat misinformation and media manipulation.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1390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4" y="238896"/>
            <a:ext cx="11708775" cy="6564011"/>
          </a:xfrm>
        </p:spPr>
      </p:pic>
    </p:spTree>
    <p:extLst>
      <p:ext uri="{BB962C8B-B14F-4D97-AF65-F5344CB8AC3E}">
        <p14:creationId xmlns:p14="http://schemas.microsoft.com/office/powerpoint/2010/main" val="183139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928" y="1290223"/>
            <a:ext cx="2987299" cy="30254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11" y="4515882"/>
            <a:ext cx="4178271" cy="18442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7471" y="666875"/>
            <a:ext cx="2941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AFND Dataset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372" y="1351188"/>
            <a:ext cx="2651990" cy="29034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372" y="4515882"/>
            <a:ext cx="2912249" cy="16133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82977" y="666875"/>
            <a:ext cx="3106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Distribution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341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49" y="601362"/>
            <a:ext cx="10214017" cy="558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39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35" y="502509"/>
            <a:ext cx="11517797" cy="605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9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56" y="527222"/>
            <a:ext cx="10943585" cy="586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02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2" y="106387"/>
            <a:ext cx="11928031" cy="661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2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Maher</dc:creator>
  <cp:lastModifiedBy>Maher</cp:lastModifiedBy>
  <cp:revision>3</cp:revision>
  <dcterms:created xsi:type="dcterms:W3CDTF">2026-05-14T13:20:15Z</dcterms:created>
  <dcterms:modified xsi:type="dcterms:W3CDTF">2026-05-14T13:42:34Z</dcterms:modified>
</cp:coreProperties>
</file>